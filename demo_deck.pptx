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502920"/>
          </a:xfrm>
          <a:prstGeom prst="rect">
            <a:avLst/>
          </a:prstGeom>
          <a:noFill/>
        </p:spPr>
        <p:txBody>
          <a:bodyPr wrap="none" anchor="ctr" lIns="18288" rIns="18288" tIns="0" bIns="0">
            <a:spAutoFit/>
          </a:bodyPr>
          <a:lstStyle/>
          <a:p>
            <a:pPr algn="ctr"/>
            <a:r>
              <a:rPr sz="3200" b="0">
                <a:solidFill>
                  <a:srgbClr val="1B3460"/>
                </a:solidFill>
                <a:latin typeface="Aptos"/>
              </a:rPr>
              <a:t>Demo Deck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657600" cy="822960"/>
          </a:xfrm>
          <a:prstGeom prst="roundRect">
            <a:avLst/>
          </a:prstGeom>
          <a:solidFill>
            <a:srgbClr val="E9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1B3460"/>
                </a:solidFill>
                <a:latin typeface="Aptos"/>
              </a:rPr>
              <a:t>Replace with reconstructed 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4023360" cy="411480"/>
          </a:xfrm>
          <a:prstGeom prst="rect">
            <a:avLst/>
          </a:prstGeom>
          <a:noFill/>
        </p:spPr>
        <p:txBody>
          <a:bodyPr wrap="none" anchor="ctr" lIns="18288" rIns="18288" tIns="0" bIns="0">
            <a:spAutoFit/>
          </a:bodyPr>
          <a:lstStyle/>
          <a:p>
            <a:pPr algn="l"/>
            <a:r>
              <a:rPr sz="1600" b="0">
                <a:solidFill>
                  <a:srgbClr val="243A5C"/>
                </a:solidFill>
                <a:latin typeface="Aptos"/>
              </a:rPr>
              <a:t>Use shapes and text to match the source image.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502920"/>
          </a:xfrm>
          <a:prstGeom prst="rect">
            <a:avLst/>
          </a:prstGeom>
          <a:noFill/>
        </p:spPr>
        <p:txBody>
          <a:bodyPr wrap="none" anchor="ctr" lIns="18288" rIns="18288" tIns="0" bIns="0">
            <a:spAutoFit/>
          </a:bodyPr>
          <a:lstStyle/>
          <a:p>
            <a:pPr algn="ctr"/>
            <a:r>
              <a:rPr sz="3200" b="0">
                <a:solidFill>
                  <a:srgbClr val="1B3460"/>
                </a:solidFill>
                <a:latin typeface="Aptos"/>
              </a:rPr>
              <a:t>Demo Deck — Slide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657600" cy="822960"/>
          </a:xfrm>
          <a:prstGeom prst="roundRect">
            <a:avLst/>
          </a:prstGeom>
          <a:solidFill>
            <a:srgbClr val="E9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1B3460"/>
                </a:solidFill>
                <a:latin typeface="Aptos"/>
              </a:rPr>
              <a:t>Replace with reconstructed 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4023360" cy="411480"/>
          </a:xfrm>
          <a:prstGeom prst="rect">
            <a:avLst/>
          </a:prstGeom>
          <a:noFill/>
        </p:spPr>
        <p:txBody>
          <a:bodyPr wrap="none" anchor="ctr" lIns="18288" rIns="18288" tIns="0" bIns="0">
            <a:spAutoFit/>
          </a:bodyPr>
          <a:lstStyle/>
          <a:p>
            <a:pPr algn="l"/>
            <a:r>
              <a:rPr sz="1600" b="0">
                <a:solidFill>
                  <a:srgbClr val="243A5C"/>
                </a:solidFill>
                <a:latin typeface="Aptos"/>
              </a:rPr>
              <a:t>Use shapes and text to match the source image.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